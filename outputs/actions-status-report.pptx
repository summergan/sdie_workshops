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521b8117548a8" /><Relationship Type="http://schemas.openxmlformats.org/officeDocument/2006/relationships/extended-properties" Target="/docProps/app.xml" Id="R96c2a19aa33b4862" /><Relationship Type="http://schemas.openxmlformats.org/officeDocument/2006/relationships/officeDocument" Target="/ppt/presentation.xml" Id="Rf4be73e1df5a4e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e75227cf4a4095"/>
  </p:sldMasterIdLst>
  <p:notesMasterIdLst>
    <p:notesMasterId xmlns:r="http://schemas.openxmlformats.org/officeDocument/2006/relationships" r:id="R842a342bdc6c4d03"/>
  </p:notesMasterIdLst>
  <p:sldIdLst>
    <p:sldId xmlns:r="http://schemas.openxmlformats.org/officeDocument/2006/relationships" id="256" r:id="R86f58798305f4563"/>
    <p:sldId xmlns:r="http://schemas.openxmlformats.org/officeDocument/2006/relationships" id="257" r:id="Rc967a30f12604933"/>
    <p:sldId xmlns:r="http://schemas.openxmlformats.org/officeDocument/2006/relationships" id="258" r:id="R9594ffd40b794f55"/>
    <p:sldId xmlns:r="http://schemas.openxmlformats.org/officeDocument/2006/relationships" id="259" r:id="Rae5e4f17417f44f6"/>
    <p:sldId xmlns:r="http://schemas.openxmlformats.org/officeDocument/2006/relationships" id="260" r:id="R1d04a66b668f498a"/>
    <p:sldId xmlns:r="http://schemas.openxmlformats.org/officeDocument/2006/relationships" id="261" r:id="R3e778d690d294f79"/>
    <p:sldId xmlns:r="http://schemas.openxmlformats.org/officeDocument/2006/relationships" id="262" r:id="Rda9708d97ef340cb"/>
    <p:sldId xmlns:r="http://schemas.openxmlformats.org/officeDocument/2006/relationships" id="263" r:id="Rd2866205fed349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dcb535cc674dd9" /><Relationship Type="http://schemas.openxmlformats.org/officeDocument/2006/relationships/slideMaster" Target="/ppt/slideMasters/slideMaster1.xml" Id="R77e75227cf4a4095" /><Relationship Type="http://schemas.openxmlformats.org/officeDocument/2006/relationships/notesMaster" Target="/ppt/notesMasters/notesMaster1.xml" Id="R842a342bdc6c4d03" /><Relationship Type="http://schemas.openxmlformats.org/officeDocument/2006/relationships/presProps" Target="/ppt/presProps.xml" Id="Rc2f6aa698e3742a1" /><Relationship Type="http://schemas.openxmlformats.org/officeDocument/2006/relationships/tableStyles" Target="/ppt/tableStyles.xml" Id="Ra19867e487294d06" /><Relationship Type="http://schemas.openxmlformats.org/officeDocument/2006/relationships/slide" Target="/ppt/slides/slide1.xml" Id="R86f58798305f4563" /><Relationship Type="http://schemas.openxmlformats.org/officeDocument/2006/relationships/slide" Target="/ppt/slides/slide2.xml" Id="Rc967a30f12604933" /><Relationship Type="http://schemas.openxmlformats.org/officeDocument/2006/relationships/slide" Target="/ppt/slides/slide3.xml" Id="R9594ffd40b794f55" /><Relationship Type="http://schemas.openxmlformats.org/officeDocument/2006/relationships/slide" Target="/ppt/slides/slide4.xml" Id="Rae5e4f17417f44f6" /><Relationship Type="http://schemas.openxmlformats.org/officeDocument/2006/relationships/slide" Target="/ppt/slides/slide5.xml" Id="R1d04a66b668f498a" /><Relationship Type="http://schemas.openxmlformats.org/officeDocument/2006/relationships/slide" Target="/ppt/slides/slide6.xml" Id="R3e778d690d294f79" /><Relationship Type="http://schemas.openxmlformats.org/officeDocument/2006/relationships/slide" Target="/ppt/slides/slide7.xml" Id="Rda9708d97ef340cb" /><Relationship Type="http://schemas.openxmlformats.org/officeDocument/2006/relationships/slide" Target="/ppt/slides/slide8.xml" Id="Rd2866205fed349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4b1a5b54de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523e0f34ef434a" /><Relationship Type="http://schemas.openxmlformats.org/officeDocument/2006/relationships/notesMaster" Target="/ppt/notesMasters/notesMaster1.xml" Id="R15e1abedeeb44b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2e3747913248c7" /><Relationship Type="http://schemas.openxmlformats.org/officeDocument/2006/relationships/notesMaster" Target="/ppt/notesMasters/notesMaster1.xml" Id="R01aa3a2088ae44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0220e174994162" /><Relationship Type="http://schemas.openxmlformats.org/officeDocument/2006/relationships/notesMaster" Target="/ppt/notesMasters/notesMaster1.xml" Id="R37b727e89a0540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ed65d854dc4848" /><Relationship Type="http://schemas.openxmlformats.org/officeDocument/2006/relationships/notesMaster" Target="/ppt/notesMasters/notesMaster1.xml" Id="R8bda11e5b8b44f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7a653bcc4e4865" /><Relationship Type="http://schemas.openxmlformats.org/officeDocument/2006/relationships/notesMaster" Target="/ppt/notesMasters/notesMaster1.xml" Id="R8494d8aca18949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7ac58528e7480a" /><Relationship Type="http://schemas.openxmlformats.org/officeDocument/2006/relationships/notesMaster" Target="/ppt/notesMasters/notesMaster1.xml" Id="Rab036c3d2aba4c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c69a0c22f74f9c" /><Relationship Type="http://schemas.openxmlformats.org/officeDocument/2006/relationships/notesMaster" Target="/ppt/notesMasters/notesMaster1.xml" Id="Ra05b7299e16c48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c27943887d4cca" /><Relationship Type="http://schemas.openxmlformats.org/officeDocument/2006/relationships/notesMaster" Target="/ppt/notesMasters/notesMaster1.xml" Id="Rb1d5039216fb4e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4272ca6f64b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725e2aa3774bd1" /><Relationship Type="http://schemas.openxmlformats.org/officeDocument/2006/relationships/slideLayout" Target="/ppt/slideLayouts/slideLayout1.xml" Id="R2056fd66664744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6fd66664744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f796b3aad4ea5" /><Relationship Type="http://schemas.openxmlformats.org/officeDocument/2006/relationships/notesSlide" Target="/ppt/notesSlides/notesSlide1.xml" Id="R9171c22c29524f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ccf9af764465d" /><Relationship Type="http://schemas.openxmlformats.org/officeDocument/2006/relationships/notesSlide" Target="/ppt/notesSlides/notesSlide2.xml" Id="Rcdf4529432cc41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fbbee531c47cd" /><Relationship Type="http://schemas.openxmlformats.org/officeDocument/2006/relationships/notesSlide" Target="/ppt/notesSlides/notesSlide3.xml" Id="R23e12a653f3d4a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c651b87f34f6f" /><Relationship Type="http://schemas.openxmlformats.org/officeDocument/2006/relationships/notesSlide" Target="/ppt/notesSlides/notesSlide4.xml" Id="R527d07461ce040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f8d66e1064016" /><Relationship Type="http://schemas.openxmlformats.org/officeDocument/2006/relationships/notesSlide" Target="/ppt/notesSlides/notesSlide5.xml" Id="R2122205a51e442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c6356eba6468e" /><Relationship Type="http://schemas.openxmlformats.org/officeDocument/2006/relationships/image" Target="/ppt/media/image.png" Id="R5950d95fa2c844da" /><Relationship Type="http://schemas.openxmlformats.org/officeDocument/2006/relationships/notesSlide" Target="/ppt/notesSlides/notesSlide6.xml" Id="Rb1d3c779f5b44c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ddd97c14643f0" /><Relationship Type="http://schemas.openxmlformats.org/officeDocument/2006/relationships/notesSlide" Target="/ppt/notesSlides/notesSlide7.xml" Id="R72df3ba8527143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7f87a262a4224" /><Relationship Type="http://schemas.openxmlformats.org/officeDocument/2006/relationships/notesSlide" Target="/ppt/notesSlides/notesSlide8.xml" Id="R0ee9e6f18fb049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E1000-72E7-4774-9630-D9BE6A23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Gitea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95C06-4BD9-49DE-BFBB-78F37028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742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Workflow 运行结果现在能表达真实状态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886ED-EB4F-4544-9FAD-D9C38C7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本次更新同时补齐模型聚合、页面筛选、状态菜单 UI 和浏览器测试证据，避免 Skipped、Cancelled、Blocked 被误判或不可见。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55D12-7FA4-4D91-8A01-FC5C5292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66800"/>
            <a:ext cx="18859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CE582-E19C-4AC3-9A95-9EBD2BB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668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7978F-E92E-4B95-AF64-DD24523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906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BC284-D6F2-4815-9729-C8F985D7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12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个遗漏状态补齐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5AB89-C7CA-4C26-8495-6609C86C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66800"/>
            <a:ext cx="18859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BD529-AF09-4643-9888-A21E86B4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668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A4E4B-454C-4746-81B9-63EECCD9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3906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7C489-E034-4B89-98E9-AE84895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812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个聚合状态可见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2D3ED-24F9-4F38-8B30-3393ACE2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3962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254E0-D413-4622-872C-3D27034E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396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E5D57-988F-4063-A759-09FCD7C7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00450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C33EA-616F-401A-A5A1-764488EA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91000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菜单图标与文案补齐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C2416-DA7C-4B8B-AFE1-D181B8B2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7"/>
          </a:solidFill>
          <a:ln xmlns:a="http://schemas.openxmlformats.org/drawingml/2006/main" w="0">
            <a:solidFill>
              <a:srgbClr val="E9EE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2137D-D224-4196-A5C7-B00E58F5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分支：feature/summer    路径：/Users/summer/Work/Code/Learn/sdie_workshops_remote_workshop_2607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F751E-DB78-499D-95FB-5123611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2026-07-12</a:t>
            </a:r>
          </a:p>
        </p:txBody>
      </p:sp>
    </p:spTree>
    <p:extLst>
      <p:ext uri="{BB962C8B-B14F-4D97-AF65-F5344CB8AC3E}">
        <p14:creationId xmlns:p14="http://schemas.microsoft.com/office/powerpoint/2010/main" val="1858115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75695-0010-418B-A740-8616CEF6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C71EE-B843-4024-9CDA-E6597154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旧聚合只认识 4 种状态，用户看到的是误导性结果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C0C89-B9A3-480C-A74F-CBCCCBE0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7AE27-5B80-49C6-A954-06FF04DD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Gitea Actions 状态聚合修复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C479A-984B-43DC-AC8D-B357229D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792EE-A579-49AA-AE64-3F9DC6F4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4671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8AB75-E316-4497-A166-9DB37CAB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C6975-7638-4BE9-BEE6-EFF88A9E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全 Skipped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7A64B-F44D-4D21-B2A1-217358B9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686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所有 job 都没有执行时，整体 run 被显示成 Success 或 Running，无法表达“跳过”。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154DA-2295-4975-A48A-F4AA67E0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34671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93753-CEBE-4BE3-8A6F-AD049A7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1322E-8D31-4F39-8B57-CD340641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有 Cancelled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64090-DC04-41D6-8A7B-C7DEB25F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38450"/>
            <a:ext cx="2686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取消的 job 被折叠进 Failure，用户难以区分失败和主动取消。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32827-0969-46A5-86FB-0D296CBD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34671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63287-1816-4191-A75E-8E916AE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5287E-2F72-4164-8CE5-0584FD9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431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存在 Blocked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8E8AF-9162-4E6F-B977-3A029F89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38450"/>
            <a:ext cx="2686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被依赖条件阻塞的 job 没有成为整体状态，页面筛选里也不可见。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74AB6-7381-4C10-A70D-213EEDA3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28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48A0F-FEF0-472B-9D02-30F88D33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影响：Actions 列表和运行详情都依赖 ActionRun.Status。一旦模型层聚合错误，前端图标再完整也只能展示错误结论。</a:t>
            </a:r>
          </a:p>
        </p:txBody>
      </p:sp>
    </p:spTree>
    <p:extLst>
      <p:ext uri="{BB962C8B-B14F-4D97-AF65-F5344CB8AC3E}">
        <p14:creationId xmlns:p14="http://schemas.microsoft.com/office/powerpoint/2010/main" val="760296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8D846C-9188-4693-9D1A-247C6F59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第一次 UI 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F89B8-44AA-47E7-B253-1E9F5DFD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第一轮只让状态“可选”，没有让状态“好读”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A5BF9-537A-4B63-BE65-54CE94E3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0AD70-8F22-4327-8C24-73E18130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Gitea Actions 状态聚合修复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8C974-8532-413E-8A4E-58A492A2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1642F-D495-4EE4-8F55-D404E402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4671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6F97D-6B63-4D90-B4F6-F5B27F4D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04D52-D2D9-4E27-91AC-26C32C44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当时的现象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63ED7-0753-459C-912B-0113A6F8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6860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状态菜单能出现新状态链接，但显示的是 raw lowercase 文本，例如 cancelled、skipped、blocked；没有图标，也没有本地化文案。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AAFB5-484B-4914-8186-BEDD6965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4671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00921-220E-4514-92DC-286E4649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2C0-7C1C-48BD-A4E3-0F2D56C8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根因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107EC-71E9-4150-85D5-CF31123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19400"/>
            <a:ext cx="26860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模板仍直接输出 .DisplayedStatus。第一轮测试只断言链接存在，没覆盖用户实际看到的 label 与 icon。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C5ECA-5317-4C0A-A4A9-4B794495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33600"/>
            <a:ext cx="34671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F41C1-9345-47BC-A32F-09E478E3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8C52F-6DC8-4DAB-9DA8-80A8561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补救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AFDF5-7676-40DC-A34F-AB078050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26860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把 IT/E2E 断言升级为 label + SVG，并复用 repo/actions/status partial 渲染图标，再用 actions.status.* 做本地化。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A5270-933A-429D-B0F5-A385F2E8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55062-BE03-421A-B1B8-8D378D16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额外暴露的问题：复用 status partial 后发现模板里 or 表达式写法有误，已同步修复为 Go template 支持的参数形式。</a:t>
            </a:r>
          </a:p>
        </p:txBody>
      </p:sp>
    </p:spTree>
    <p:extLst>
      <p:ext uri="{BB962C8B-B14F-4D97-AF65-F5344CB8AC3E}">
        <p14:creationId xmlns:p14="http://schemas.microsoft.com/office/powerpoint/2010/main" val="2049490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1FF009-9DC8-4AAF-8C65-9AC7AAEC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A134A-C384-4A8F-B1BB-78688CC0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把语义留在 models/actions，页面消费同一份状态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43999-1CA3-4E03-B1BD-2AE847DF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EF865-5B16-4D62-8047-5E423D67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Gitea Actions 状态聚合修复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16B96-AD8C-4822-A961-F0D40C2B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C6313-0FA3-4DBD-9379-CC304FDD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修复前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34868-37C9-41F7-ADC9-3374EDF5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</a:defRPr>
            </a:pPr>
            <a:r>
              <a:rPr sz="1800" b="1">
                <a:solidFill>
                  <a:srgbClr val="16A34A"/>
                </a:solidFill>
              </a:rPr>
              <a:t>修复后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1C276-8D88-4D65-A5B8-7E28D6EC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5340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F5640-B0C2-4BA5-B1C3-380E58DF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aggregateJobStatus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all done + failure/cancelled → failure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all done + others → success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all waiting → waiting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else → running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4B366-72FC-4629-9240-7B8CED89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71750"/>
            <a:ext cx="55340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FF8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38E70-5650-4E80-99C6-5D4FFCF2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71750"/>
            <a:ext cx="55340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885A5-885C-4992-B522-2766DA72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384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aggregateJobStatus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all skipped → skipped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success/skipped → success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running → waiting → blocked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cancelled → failure → unknown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DEFAD-1F54-47AF-A22A-3BE04096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同时更新 GetStatusInfoList：Actions 页面状态筛选从 4 项扩展到 7 项，排除 unknown fallback。</a:t>
            </a:r>
          </a:p>
        </p:txBody>
      </p:sp>
    </p:spTree>
    <p:extLst>
      <p:ext uri="{BB962C8B-B14F-4D97-AF65-F5344CB8AC3E}">
        <p14:creationId xmlns:p14="http://schemas.microsoft.com/office/powerpoint/2010/main" val="346517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DF6295-2694-4D7D-9C4C-2FECF776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SDIE + TDD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82AED-D148-4133-87B1-1BA0D1D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闭环不是补文档，而是让需求、实现和验证互相校准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4274A-B52C-46A1-B6E2-887E522E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38686-EFBF-405E-BDE9-30E28F52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Gitea Actions 状态聚合修复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D3EC0-8DDA-48A4-8C2B-AB8DF5E9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3CAB5-3C18-42BD-84F3-63AF3764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038350" cy="2190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CED56-1689-4E91-8D27-06F3F832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F5550-7FFD-4A1A-B0C8-A8B334D6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Specification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D9A6B-C1E1-4996-B7B4-9F06EDB9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明确 3 个用户可见失败和 UI 可读性问题。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98CF9-6DB2-4F61-80BD-C589A2FB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7185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E8890-9E34-4176-B621-D3D2EF95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343150"/>
            <a:ext cx="2038350" cy="2190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41BB4-2A24-4368-A087-170A157B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336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46DB5-AE48-48DD-A55E-6F910563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24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34999-B506-42FD-B641-9FD5AB4E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6004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定位模型聚合、状态筛选和模板消费关系。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E907F-8001-459B-BCE1-6BDA2411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7185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7EC32-9649-41C1-8714-61F1893D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038350" cy="2190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ADDB0-BEE0-4C9B-9693-E4744A44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336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1226A-8F99-42D0-8535-0461ADAD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24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E5695-1BA5-4C9C-808D-132C52B1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004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UT/IT 先失败，证明当前代码确实有缺口。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78651-E9D9-4445-8FC9-35F374DC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7185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E6D2F-57B4-4F9E-9C73-E385C02E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343150"/>
            <a:ext cx="2038350" cy="2190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8C2C1-1B9A-4C81-83D4-5BD342A4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5336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1F0B5-CABD-417E-8331-849CD68C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124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GREEN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4F51E-B116-43E1-AA67-832CDE57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004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最小修改落在 models/actions 与状态菜单模板。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1625C-0441-41BE-BD58-D1A995EF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7185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B4A89-2587-4C13-BFE4-69EF05B4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2038350" cy="2190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ED686-8EC9-4E83-87A3-52BF6CDF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336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74F6D-2148-42BC-A2A1-F4AFBEFB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24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Evaluation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0E5C75-D218-460E-B5A5-CE11607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记录 UT、IT、E2E、build 和 smoke 证据。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A79C85-C23E-4A55-8F5B-51C8D46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新增产物：tasks/actions-status-spec.md、tasks/actions-status-plan.md、tasks/actions-status-todo.md，并把 Actions 状态切片写入 repo-local harness references。</a:t>
            </a:r>
          </a:p>
        </p:txBody>
      </p:sp>
    </p:spTree>
    <p:extLst>
      <p:ext uri="{BB962C8B-B14F-4D97-AF65-F5344CB8AC3E}">
        <p14:creationId xmlns:p14="http://schemas.microsoft.com/office/powerpoint/2010/main" val="1039809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EAC79-E730-42B0-A7E2-094CBBAF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测试证据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B5CCE-EC63-45D7-95FF-EF9980AE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UT、IT、E2E 和浏览器 smoke 都指向同一个结论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8F5B3-4295-494F-8B60-0C27F44A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2CFE7-1F52-4B69-8C42-57319E94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Gitea Actions 状态聚合修复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90AD8-5F06-47F7-AB25-80E6FF11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77CE0-4438-4E36-A065-11C64572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A5991-C1F0-46AC-9D3E-2F2957B9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D0EBE-6BF8-4799-8F06-CD0F0410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19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./models/actions 聚合与状态列表测试通过。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DAB7B-63F7-48A0-9CB5-D3FC955B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BAFDD-9CEE-4035-B8A4-C372AB4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2106F-2040-46AD-B474-8549F422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432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TestActionsRunStatusFilterOptions 断言 7 个状态链接、文案和 SVG 图标。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F42B8-0DE3-48AA-B201-EB345DE0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81C3B-8A8F-4D76-8FDB-A0E1D7FA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E2E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56B57-3913-4D0B-BE31-68C0A495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671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Chrome 打开真实 Actions 页面，点击状态菜单并检查 7 个状态项。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8DA52-3C92-4B5B-BC7B-5DE0BACF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C99B1-70DD-4A97-8CEB-8FA0776D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FF5AD-7648-4A59-A75E-83892D2D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make build 与 git diff --check 通过。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0d95fa2c844da"/>
          <a:stretch xmlns:a="http://schemas.openxmlformats.org/drawingml/2006/main"/>
        </p:blipFill>
        <p:spPr>
          <a:xfrm xmlns:a="http://schemas.openxmlformats.org/drawingml/2006/main">
            <a:off x="5753100" y="2040731"/>
            <a:ext cx="5715000" cy="3214688"/>
          </a:xfrm>
          <a:prstGeom xmlns:a="http://schemas.openxmlformats.org/drawingml/2006/main" prst="roundRect">
            <a:avLst>
              <a:gd name="adj" fmla="val 236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95D0E-A31E-4964-A6E7-42FB7FD3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292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截图：状态菜单已经显示 Success、Failure、Canceled、Skipped、Waiting、Running、Blocked，并各自带状态图标。</a:t>
            </a:r>
          </a:p>
        </p:txBody>
      </p:sp>
    </p:spTree>
    <p:extLst>
      <p:ext uri="{BB962C8B-B14F-4D97-AF65-F5344CB8AC3E}">
        <p14:creationId xmlns:p14="http://schemas.microsoft.com/office/powerpoint/2010/main" val="625145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855591-66CE-4406-A793-4AF29D5A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影响范围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3AD97-9934-463C-A7BB-76EB1F84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这次既修模型 contract，也修用户实际看到的菜单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1CC12-FC33-4D6A-B3DE-5BA042D9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3C4FD-B664-402B-BB4A-13F895B1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Gitea Actions 状态聚合修复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1F2FA-E5C4-489D-A96F-395F5CE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840B5-5A52-436C-A252-6D790FDB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4671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ACD7C-8C33-46D4-944A-4D88D974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0BE03-D3DC-4286-8A66-738B7AFD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实现文件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E62D0-546A-4976-8703-AD5D98C4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686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models/actions/run_job.go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models/actions/run_list.go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templates/repo/actions/list.tmpl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templates/repo/actions/status.tmpl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29E33-9A23-4E11-B2AA-C4304E9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34671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CFC1C-9DFC-4304-AB1E-AD239DE7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2D8E4-11C7-4730-BD6D-B1A1CD40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测试文件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20440-9C56-485F-9536-BD71BF26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19400"/>
            <a:ext cx="2686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models/actions/run_job_test.go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models/actions/run_list_test.go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tests/integration/actions_status_test.go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tests/e2e/actions-status-filter.test.e2e.js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11586-171C-4D20-A168-41B2693B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33600"/>
            <a:ext cx="34671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7F11E-9164-4D1D-9376-BAB8E32D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94A85-429F-44D8-8959-90D5EC0C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过程文件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7BD69-F903-42CD-8EA4-0A33770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2686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tasks/actions-status-*.md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AGENTS.md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.codex/skills/.../references/*.md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outputs/actions-status-ui-smoke.png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DFD15-5CF1-45E3-A03C-0ED22258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没有改动：数据库 schema、runner 协议、REST API、commit status 映射。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0428D-F8C3-4A0F-AE00-C0049E60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</a:defRPr>
            </a:pPr>
            <a:r>
              <a:rPr sz="1350" b="0">
                <a:solidFill>
                  <a:srgbClr val="6B7280"/>
                </a:solidFill>
              </a:rPr>
              <a:t>注意：E2E 在这台机器上需要 Node 22 PATH；Homebrew Node 26 会让 Playwright discovery 卡住。</a:t>
            </a:r>
          </a:p>
        </p:txBody>
      </p:sp>
    </p:spTree>
    <p:extLst>
      <p:ext uri="{BB962C8B-B14F-4D97-AF65-F5344CB8AC3E}">
        <p14:creationId xmlns:p14="http://schemas.microsoft.com/office/powerpoint/2010/main" val="72232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543B44-635D-42BD-9EA6-3005589E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20D56-9652-427B-A836-74DD331A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需求已经闭环，下一步进入 review 和提交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71277-1868-45B1-824F-7C0903AA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EA"/>
          </a:solidFill>
          <a:ln xmlns:a="http://schemas.openxmlformats.org/drawingml/2006/main" w="0">
            <a:solidFill>
              <a:srgbClr val="DB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A674E-522F-42FE-A890-BF2FEBF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Gitea Actions 状态聚合修复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487E7-2541-4A68-A1E8-1BE24BDC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669C8-877A-482B-BC35-618A8DD4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258127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2DEFA-8739-47C8-A11B-BBCB4434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25812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211FA-7712-4641-991A-A045A17C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124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Skipped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6375B-866F-44DD-8025-56E66248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全 job 跳过时整体显示跳过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39203-5F16-479E-8EC6-03A48AB7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52650"/>
            <a:ext cx="258127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9D724-0811-4BFD-B5D0-970D5EE1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52650"/>
            <a:ext cx="25812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333A9-C3F3-4CDF-B5B5-A952D20B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2124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2626"/>
                </a:solidFill>
              </a:defRPr>
            </a:pPr>
            <a:r>
              <a:rPr sz="2550" b="1">
                <a:solidFill>
                  <a:srgbClr val="DC2626"/>
                </a:solidFill>
              </a:rPr>
              <a:t>Cancelled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BA4B1-927E-4528-B346-3450A6CB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取消不再被误判为失败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A3D76-FA35-46D0-AC75-AB3F5987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258127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F67D2-DEE9-4294-9CA1-DDDF94A2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25812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D96A5-622A-4417-946F-2379CAE5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2124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Blocked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CB91B-58C3-4E44-A829-26A5B761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阻塞状态在 run 与筛选中可见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A1B0B-6D1C-4889-8235-A209C4CA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52650"/>
            <a:ext cx="25622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A41C1-B309-4AC8-8262-66DFF1FE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52650"/>
            <a:ext cx="2562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CEDF64-8C6F-4C09-A892-FEA58A4A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76500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EDD3F-0130-49AA-BCF7-824439C2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6705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状态菜单有图标和本地化文案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13191-04DE-4F53-9077-902B1A44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8097C-7E45-42C4-B8DA-70CD8C6F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关注点：状态优先级是否符合团队预期，尤其是 cancelled 与 failure 同时存在时当前选择显示 cancelled。</a:t>
            </a:r>
          </a:p>
        </p:txBody>
      </p:sp>
    </p:spTree>
    <p:extLst>
      <p:ext uri="{BB962C8B-B14F-4D97-AF65-F5344CB8AC3E}">
        <p14:creationId xmlns:p14="http://schemas.microsoft.com/office/powerpoint/2010/main" val="1610784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2026-07-12T03:03:24.9060000Z</dcterms:created>
  <dcterms:modified xsi:type="dcterms:W3CDTF">2026-07-12T03:03:24.9060000Z</dcterms:modified>
</coreProperties>
</file>